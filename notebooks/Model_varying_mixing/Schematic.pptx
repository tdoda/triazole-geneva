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20" r:id="rId2"/>
  </p:sldMasterIdLst>
  <p:notesMasterIdLst>
    <p:notesMasterId r:id="rId5"/>
  </p:notesMasterIdLst>
  <p:sldIdLst>
    <p:sldId id="421" r:id="rId3"/>
    <p:sldId id="42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da, Tomy" initials="DT" lastIdx="1" clrIdx="0">
    <p:extLst>
      <p:ext uri="{19B8F6BF-5375-455C-9EA6-DF929625EA0E}">
        <p15:presenceInfo xmlns:p15="http://schemas.microsoft.com/office/powerpoint/2012/main" userId="S-1-5-21-5706737-865354117-630672053-323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384F89"/>
    <a:srgbClr val="1C8E89"/>
    <a:srgbClr val="73D178"/>
    <a:srgbClr val="FDE518"/>
    <a:srgbClr val="63CB67"/>
    <a:srgbClr val="FFFFFF"/>
    <a:srgbClr val="1E8F8A"/>
    <a:srgbClr val="410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D2602-ACE2-404E-B12E-A4182221B4C9}" v="393" dt="2026-08-10T15:32:30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 autoAdjust="0"/>
    <p:restoredTop sz="86925" autoAdjust="0"/>
  </p:normalViewPr>
  <p:slideViewPr>
    <p:cSldViewPr snapToGrid="0">
      <p:cViewPr>
        <p:scale>
          <a:sx n="100" d="100"/>
          <a:sy n="100" d="100"/>
        </p:scale>
        <p:origin x="768" y="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y Doda" userId="023a5e24-f089-4e82-9406-b78528d4275d" providerId="ADAL" clId="{46B57ECA-90EE-4DEE-B7FC-CF6B2BB407ED}"/>
    <pc:docChg chg="undo custSel addSld modSld">
      <pc:chgData name="Tomy Doda" userId="023a5e24-f089-4e82-9406-b78528d4275d" providerId="ADAL" clId="{46B57ECA-90EE-4DEE-B7FC-CF6B2BB407ED}" dt="2026-08-10T15:32:30.322" v="438" actId="20577"/>
      <pc:docMkLst>
        <pc:docMk/>
      </pc:docMkLst>
      <pc:sldChg chg="addSp delSp modSp mod">
        <pc:chgData name="Tomy Doda" userId="023a5e24-f089-4e82-9406-b78528d4275d" providerId="ADAL" clId="{46B57ECA-90EE-4DEE-B7FC-CF6B2BB407ED}" dt="2026-08-10T15:32:26.897" v="436" actId="20577"/>
        <pc:sldMkLst>
          <pc:docMk/>
          <pc:sldMk cId="983911713" sldId="421"/>
        </pc:sldMkLst>
        <pc:spChg chg="mod topLvl">
          <ac:chgData name="Tomy Doda" userId="023a5e24-f089-4e82-9406-b78528d4275d" providerId="ADAL" clId="{46B57ECA-90EE-4DEE-B7FC-CF6B2BB407ED}" dt="2026-08-10T15:25:59.382" v="383" actId="14100"/>
          <ac:spMkLst>
            <pc:docMk/>
            <pc:sldMk cId="983911713" sldId="421"/>
            <ac:spMk id="2" creationId="{0550D0B0-BCBC-4A7A-9391-F7C90B98F489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3" creationId="{0ED6FEE7-9E05-7B8F-AF72-6F5F60558CF4}"/>
          </ac:spMkLst>
        </pc:spChg>
        <pc:spChg chg="mod topLvl">
          <ac:chgData name="Tomy Doda" userId="023a5e24-f089-4e82-9406-b78528d4275d" providerId="ADAL" clId="{46B57ECA-90EE-4DEE-B7FC-CF6B2BB407ED}" dt="2026-08-10T15:25:59.507" v="384" actId="14100"/>
          <ac:spMkLst>
            <pc:docMk/>
            <pc:sldMk cId="983911713" sldId="421"/>
            <ac:spMk id="4" creationId="{F86F7306-A56E-E04A-AE8E-956ECDC96B02}"/>
          </ac:spMkLst>
        </pc:spChg>
        <pc:spChg chg="mod topLvl">
          <ac:chgData name="Tomy Doda" userId="023a5e24-f089-4e82-9406-b78528d4275d" providerId="ADAL" clId="{46B57ECA-90EE-4DEE-B7FC-CF6B2BB407ED}" dt="2026-08-10T15:25:33.804" v="375" actId="1076"/>
          <ac:spMkLst>
            <pc:docMk/>
            <pc:sldMk cId="983911713" sldId="421"/>
            <ac:spMk id="6" creationId="{0E157C3B-8AD3-147A-F83A-5CF1C5A4FA03}"/>
          </ac:spMkLst>
        </pc:spChg>
        <pc:spChg chg="add mod">
          <ac:chgData name="Tomy Doda" userId="023a5e24-f089-4e82-9406-b78528d4275d" providerId="ADAL" clId="{46B57ECA-90EE-4DEE-B7FC-CF6B2BB407ED}" dt="2026-08-10T15:32:11.741" v="429"/>
          <ac:spMkLst>
            <pc:docMk/>
            <pc:sldMk cId="983911713" sldId="421"/>
            <ac:spMk id="9" creationId="{57C3FD58-40D9-8A9F-7934-AA17ACC4FDFD}"/>
          </ac:spMkLst>
        </pc:spChg>
        <pc:spChg chg="add mod">
          <ac:chgData name="Tomy Doda" userId="023a5e24-f089-4e82-9406-b78528d4275d" providerId="ADAL" clId="{46B57ECA-90EE-4DEE-B7FC-CF6B2BB407ED}" dt="2026-08-10T15:32:26.897" v="436" actId="20577"/>
          <ac:spMkLst>
            <pc:docMk/>
            <pc:sldMk cId="983911713" sldId="421"/>
            <ac:spMk id="11" creationId="{20618B63-DF31-4F30-FDFD-1D879E91495D}"/>
          </ac:spMkLst>
        </pc:spChg>
        <pc:spChg chg="mod topLvl">
          <ac:chgData name="Tomy Doda" userId="023a5e24-f089-4e82-9406-b78528d4275d" providerId="ADAL" clId="{46B57ECA-90EE-4DEE-B7FC-CF6B2BB407ED}" dt="2026-08-10T15:24:30.440" v="367" actId="404"/>
          <ac:spMkLst>
            <pc:docMk/>
            <pc:sldMk cId="983911713" sldId="421"/>
            <ac:spMk id="13" creationId="{F58F19A0-2955-60DE-5C3A-24037D2C0D58}"/>
          </ac:spMkLst>
        </pc:spChg>
        <pc:spChg chg="mod">
          <ac:chgData name="Tomy Doda" userId="023a5e24-f089-4e82-9406-b78528d4275d" providerId="ADAL" clId="{46B57ECA-90EE-4DEE-B7FC-CF6B2BB407ED}" dt="2026-08-10T15:25:42.759" v="377" actId="1076"/>
          <ac:spMkLst>
            <pc:docMk/>
            <pc:sldMk cId="983911713" sldId="421"/>
            <ac:spMk id="16" creationId="{AD4296E0-1009-C25D-C771-B00C3CF518FA}"/>
          </ac:spMkLst>
        </pc:spChg>
        <pc:spChg chg="mod">
          <ac:chgData name="Tomy Doda" userId="023a5e24-f089-4e82-9406-b78528d4275d" providerId="ADAL" clId="{46B57ECA-90EE-4DEE-B7FC-CF6B2BB407ED}" dt="2026-08-10T15:27:26.015" v="415" actId="14100"/>
          <ac:spMkLst>
            <pc:docMk/>
            <pc:sldMk cId="983911713" sldId="421"/>
            <ac:spMk id="17" creationId="{52A20006-F0BC-1321-4FE2-6D6028354D2D}"/>
          </ac:spMkLst>
        </pc:spChg>
        <pc:spChg chg="mod">
          <ac:chgData name="Tomy Doda" userId="023a5e24-f089-4e82-9406-b78528d4275d" providerId="ADAL" clId="{46B57ECA-90EE-4DEE-B7FC-CF6B2BB407ED}" dt="2026-08-10T15:24:59.141" v="371" actId="12788"/>
          <ac:spMkLst>
            <pc:docMk/>
            <pc:sldMk cId="983911713" sldId="421"/>
            <ac:spMk id="19" creationId="{94BCA858-D5F9-3F25-CCB1-77C7AF51583B}"/>
          </ac:spMkLst>
        </pc:spChg>
        <pc:spChg chg="mod">
          <ac:chgData name="Tomy Doda" userId="023a5e24-f089-4e82-9406-b78528d4275d" providerId="ADAL" clId="{46B57ECA-90EE-4DEE-B7FC-CF6B2BB407ED}" dt="2026-08-10T15:25:33.804" v="375" actId="1076"/>
          <ac:spMkLst>
            <pc:docMk/>
            <pc:sldMk cId="983911713" sldId="421"/>
            <ac:spMk id="20" creationId="{36AFB73E-E3E7-E2E7-34BD-1242A993AF91}"/>
          </ac:spMkLst>
        </pc:spChg>
        <pc:spChg chg="del mod">
          <ac:chgData name="Tomy Doda" userId="023a5e24-f089-4e82-9406-b78528d4275d" providerId="ADAL" clId="{46B57ECA-90EE-4DEE-B7FC-CF6B2BB407ED}" dt="2026-08-10T15:32:08.990" v="426" actId="478"/>
          <ac:spMkLst>
            <pc:docMk/>
            <pc:sldMk cId="983911713" sldId="421"/>
            <ac:spMk id="22" creationId="{64133125-805E-853D-8D7D-9C1E4DF9E30E}"/>
          </ac:spMkLst>
        </pc:spChg>
        <pc:spChg chg="mod">
          <ac:chgData name="Tomy Doda" userId="023a5e24-f089-4e82-9406-b78528d4275d" providerId="ADAL" clId="{46B57ECA-90EE-4DEE-B7FC-CF6B2BB407ED}" dt="2026-08-10T15:25:33.804" v="375" actId="1076"/>
          <ac:spMkLst>
            <pc:docMk/>
            <pc:sldMk cId="983911713" sldId="421"/>
            <ac:spMk id="26" creationId="{1BBED12E-ED97-56EC-C730-2CBE7BD4B28C}"/>
          </ac:spMkLst>
        </pc:spChg>
        <pc:spChg chg="mod">
          <ac:chgData name="Tomy Doda" userId="023a5e24-f089-4e82-9406-b78528d4275d" providerId="ADAL" clId="{46B57ECA-90EE-4DEE-B7FC-CF6B2BB407ED}" dt="2026-08-10T15:25:40.556" v="376" actId="1076"/>
          <ac:spMkLst>
            <pc:docMk/>
            <pc:sldMk cId="983911713" sldId="421"/>
            <ac:spMk id="28" creationId="{10CAB2F3-8D32-897D-62EE-1C5F1EC208FE}"/>
          </ac:spMkLst>
        </pc:spChg>
        <pc:spChg chg="mod">
          <ac:chgData name="Tomy Doda" userId="023a5e24-f089-4e82-9406-b78528d4275d" providerId="ADAL" clId="{46B57ECA-90EE-4DEE-B7FC-CF6B2BB407ED}" dt="2026-08-10T15:26:20.848" v="387" actId="555"/>
          <ac:spMkLst>
            <pc:docMk/>
            <pc:sldMk cId="983911713" sldId="421"/>
            <ac:spMk id="30" creationId="{B1D5945A-3C95-0A5C-C7B7-BE4551652C77}"/>
          </ac:spMkLst>
        </pc:spChg>
        <pc:spChg chg="mod">
          <ac:chgData name="Tomy Doda" userId="023a5e24-f089-4e82-9406-b78528d4275d" providerId="ADAL" clId="{46B57ECA-90EE-4DEE-B7FC-CF6B2BB407ED}" dt="2026-08-10T15:26:13.442" v="386" actId="1076"/>
          <ac:spMkLst>
            <pc:docMk/>
            <pc:sldMk cId="983911713" sldId="421"/>
            <ac:spMk id="32" creationId="{64CE0356-183B-D86F-AFB0-030273B0FBB8}"/>
          </ac:spMkLst>
        </pc:spChg>
        <pc:spChg chg="del mod">
          <ac:chgData name="Tomy Doda" userId="023a5e24-f089-4e82-9406-b78528d4275d" providerId="ADAL" clId="{46B57ECA-90EE-4DEE-B7FC-CF6B2BB407ED}" dt="2026-08-10T15:32:09.652" v="427" actId="478"/>
          <ac:spMkLst>
            <pc:docMk/>
            <pc:sldMk cId="983911713" sldId="421"/>
            <ac:spMk id="34" creationId="{41733A3A-7594-7495-B38A-4AC7179145E4}"/>
          </ac:spMkLst>
        </pc:spChg>
        <pc:spChg chg="mod">
          <ac:chgData name="Tomy Doda" userId="023a5e24-f089-4e82-9406-b78528d4275d" providerId="ADAL" clId="{46B57ECA-90EE-4DEE-B7FC-CF6B2BB407ED}" dt="2026-08-10T15:26:13.442" v="386" actId="1076"/>
          <ac:spMkLst>
            <pc:docMk/>
            <pc:sldMk cId="983911713" sldId="421"/>
            <ac:spMk id="36" creationId="{FC3940A4-D933-D6FF-8EB9-DA8BFEE12831}"/>
          </ac:spMkLst>
        </pc:spChg>
        <pc:spChg chg="mod">
          <ac:chgData name="Tomy Doda" userId="023a5e24-f089-4e82-9406-b78528d4275d" providerId="ADAL" clId="{46B57ECA-90EE-4DEE-B7FC-CF6B2BB407ED}" dt="2026-08-10T15:26:20.848" v="387" actId="555"/>
          <ac:spMkLst>
            <pc:docMk/>
            <pc:sldMk cId="983911713" sldId="421"/>
            <ac:spMk id="38" creationId="{80CC70EA-6B10-A142-98A9-F65AF51CBE98}"/>
          </ac:spMkLst>
        </pc:spChg>
        <pc:spChg chg="mod">
          <ac:chgData name="Tomy Doda" userId="023a5e24-f089-4e82-9406-b78528d4275d" providerId="ADAL" clId="{46B57ECA-90EE-4DEE-B7FC-CF6B2BB407ED}" dt="2026-08-10T15:26:20.848" v="387" actId="555"/>
          <ac:spMkLst>
            <pc:docMk/>
            <pc:sldMk cId="983911713" sldId="421"/>
            <ac:spMk id="40" creationId="{B5CB3F5B-59CB-1C00-1D50-4DB53FE7AA6C}"/>
          </ac:spMkLst>
        </pc:spChg>
        <pc:cxnChg chg="add mod">
          <ac:chgData name="Tomy Doda" userId="023a5e24-f089-4e82-9406-b78528d4275d" providerId="ADAL" clId="{46B57ECA-90EE-4DEE-B7FC-CF6B2BB407ED}" dt="2026-08-10T15:32:11.741" v="429"/>
          <ac:cxnSpMkLst>
            <pc:docMk/>
            <pc:sldMk cId="983911713" sldId="421"/>
            <ac:cxnSpMk id="7" creationId="{3C214019-2AA2-7A0C-C791-079A6380053F}"/>
          </ac:cxnSpMkLst>
        </pc:cxnChg>
        <pc:cxnChg chg="del mod">
          <ac:chgData name="Tomy Doda" userId="023a5e24-f089-4e82-9406-b78528d4275d" providerId="ADAL" clId="{46B57ECA-90EE-4DEE-B7FC-CF6B2BB407ED}" dt="2026-08-10T15:32:10.660" v="428" actId="478"/>
          <ac:cxnSpMkLst>
            <pc:docMk/>
            <pc:sldMk cId="983911713" sldId="421"/>
            <ac:cxnSpMk id="8" creationId="{C9991C8C-9303-5B2A-E812-7BA9029404BE}"/>
          </ac:cxnSpMkLst>
        </pc:cxnChg>
      </pc:sldChg>
      <pc:sldChg chg="modSp add mod">
        <pc:chgData name="Tomy Doda" userId="023a5e24-f089-4e82-9406-b78528d4275d" providerId="ADAL" clId="{46B57ECA-90EE-4DEE-B7FC-CF6B2BB407ED}" dt="2026-08-10T15:32:30.322" v="438" actId="20577"/>
        <pc:sldMkLst>
          <pc:docMk/>
          <pc:sldMk cId="651748214" sldId="422"/>
        </pc:sldMkLst>
        <pc:spChg chg="mod">
          <ac:chgData name="Tomy Doda" userId="023a5e24-f089-4e82-9406-b78528d4275d" providerId="ADAL" clId="{46B57ECA-90EE-4DEE-B7FC-CF6B2BB407ED}" dt="2026-08-10T15:27:56.740" v="419" actId="1038"/>
          <ac:spMkLst>
            <pc:docMk/>
            <pc:sldMk cId="651748214" sldId="422"/>
            <ac:spMk id="13" creationId="{B551CE49-2FEC-3F5C-6B8F-D24ED8FDF3E1}"/>
          </ac:spMkLst>
        </pc:spChg>
        <pc:spChg chg="mod">
          <ac:chgData name="Tomy Doda" userId="023a5e24-f089-4e82-9406-b78528d4275d" providerId="ADAL" clId="{46B57ECA-90EE-4DEE-B7FC-CF6B2BB407ED}" dt="2026-08-10T15:27:20.718" v="409" actId="14100"/>
          <ac:spMkLst>
            <pc:docMk/>
            <pc:sldMk cId="651748214" sldId="422"/>
            <ac:spMk id="17" creationId="{A5F54D80-17BA-665E-117D-8F45AE5850D8}"/>
          </ac:spMkLst>
        </pc:spChg>
        <pc:spChg chg="mod">
          <ac:chgData name="Tomy Doda" userId="023a5e24-f089-4e82-9406-b78528d4275d" providerId="ADAL" clId="{46B57ECA-90EE-4DEE-B7FC-CF6B2BB407ED}" dt="2026-08-10T15:32:01.598" v="425" actId="1076"/>
          <ac:spMkLst>
            <pc:docMk/>
            <pc:sldMk cId="651748214" sldId="422"/>
            <ac:spMk id="22" creationId="{4CF577EA-AB38-374D-2A3A-0CC9CCE90789}"/>
          </ac:spMkLst>
        </pc:spChg>
        <pc:spChg chg="mod">
          <ac:chgData name="Tomy Doda" userId="023a5e24-f089-4e82-9406-b78528d4275d" providerId="ADAL" clId="{46B57ECA-90EE-4DEE-B7FC-CF6B2BB407ED}" dt="2026-08-10T15:32:30.322" v="438" actId="20577"/>
          <ac:spMkLst>
            <pc:docMk/>
            <pc:sldMk cId="651748214" sldId="422"/>
            <ac:spMk id="34" creationId="{77FDC1F1-37FB-50F0-377E-B173D856DD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41A62-A1C5-4611-9AB2-09CF3AB05F02}" type="datetimeFigureOut">
              <a:rPr lang="de-DE" smtClean="0"/>
              <a:t>10.08.2026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F65CB-D416-4D08-A970-3879DDF354C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6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C556-E44C-564C-EA55-B4ED54CE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B1061-6446-DE6C-65C2-08F2383D5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86BC-C75E-18AC-6D76-C271DE17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D3E55-4F7D-534C-3E82-D65D2666D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F65CB-D416-4D08-A970-3879DDF354C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374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7B59-60B2-17D8-D02E-D35DDB62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EB6C3-AEF9-098F-E4EC-99E6604AA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36D6C-1488-33A5-08F5-76015212B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2CA6-4F16-DEF9-F482-7FDE9DEC7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F65CB-D416-4D08-A970-3879DDF354C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824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336" y="115888"/>
            <a:ext cx="9144000" cy="11712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5ECA247-FE2A-47EF-8DB9-999FBE78D1F7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4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 marL="1371566" indent="0">
              <a:buNone/>
              <a:defRPr sz="1600"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6819" y="6350905"/>
            <a:ext cx="2743200" cy="365125"/>
          </a:xfrm>
          <a:prstGeom prst="rect">
            <a:avLst/>
          </a:prstGeom>
        </p:spPr>
        <p:txBody>
          <a:bodyPr/>
          <a:lstStyle/>
          <a:p>
            <a:fld id="{C10E3B16-34CF-4AC7-98ED-B1422B31FFB6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5558" y="6356352"/>
            <a:ext cx="585909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16985" y="6368253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388786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DD8A520-B1B0-4EF4-9A43-67432A834EC2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B35BDD-2E7A-4534-A0E5-E526C1F6A616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75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00DB9EB-2057-4AD9-A90C-C9132243CB3F}" type="datetime1">
              <a:rPr lang="de-DE" smtClean="0"/>
              <a:t>10.08.2026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9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E14AEF0-EDF0-4BEB-9ED1-40A762B86015}" type="datetime1">
              <a:rPr lang="de-DE" smtClean="0"/>
              <a:t>10.08.2026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37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BB8B5A9-28CE-4FED-AA21-DBCD3DE06A78}" type="datetime1">
              <a:rPr lang="de-DE" smtClean="0"/>
              <a:t>10.08.2026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67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11D34DF-07E7-4DD8-B3FB-908782C071D4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61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1CFE722-D1B0-4086-81BB-7FAE4E573927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74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1EA6552-2A29-438B-A2CC-4FF471838D25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01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FFA005-B143-456C-B43F-4928703E1224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147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336" y="115888"/>
            <a:ext cx="9144000" cy="11712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D73CA2E-C4EA-4AB7-B564-38A486611F54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3458613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69501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 marL="1371566" indent="0">
              <a:buNone/>
              <a:defRPr sz="1600"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6819" y="6350905"/>
            <a:ext cx="2743200" cy="365125"/>
          </a:xfrm>
          <a:prstGeom prst="rect">
            <a:avLst/>
          </a:prstGeom>
        </p:spPr>
        <p:txBody>
          <a:bodyPr/>
          <a:lstStyle/>
          <a:p>
            <a:fld id="{7A934844-F214-4698-8F76-9CE72359EF87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5558" y="6356352"/>
            <a:ext cx="585909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16985" y="6368253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3148357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2B431FC-A9F2-4517-8F6E-C837182E6D38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664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7772584-EF26-4D9D-AF97-F592E4AD9E3C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528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D0F93FE-C6FD-4201-A9D9-1B6F0940F469}" type="datetime1">
              <a:rPr lang="de-DE" smtClean="0"/>
              <a:t>10.08.2026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301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1E140BE-9A30-428F-9875-53FA37102F3D}" type="datetime1">
              <a:rPr lang="de-DE" smtClean="0"/>
              <a:t>10.08.2026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862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3ED589F-B4E2-4A4E-A226-7401BDE44768}" type="datetime1">
              <a:rPr lang="de-DE" smtClean="0"/>
              <a:t>10.08.2026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227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28414A4-D98A-43BA-9863-A2EF121B96F9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749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058E760-9A20-4071-815D-645CCCCC2D83}" type="datetime1">
              <a:rPr lang="de-DE" smtClean="0"/>
              <a:t>10.08.2026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401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3EF7F4-A883-4B18-9552-F3C3223DEF14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361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664108E-EA3B-4E54-AEAB-69A79F6B8899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10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053584" y="6064913"/>
            <a:ext cx="2084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800" dirty="0"/>
              <a:t>Tomy Doda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7972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0354" indent="-360354" algn="l" defTabSz="914377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74712" indent="-358766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064" indent="-320667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15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0354" indent="-360354" algn="l" defTabSz="914377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74712" indent="-358766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064" indent="-320667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B555-DED5-0CA4-0C27-4D2C780A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ED6FEE7-9E05-7B8F-AF72-6F5F60558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4185" y="119159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B149B-6B89-7E18-7C93-88C14B46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15" y="1049352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50D0B0-BCBC-4A7A-9391-F7C90B98F489}"/>
              </a:ext>
            </a:extLst>
          </p:cNvPr>
          <p:cNvSpPr/>
          <p:nvPr/>
        </p:nvSpPr>
        <p:spPr>
          <a:xfrm>
            <a:off x="435634" y="3540722"/>
            <a:ext cx="8284867" cy="25201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6F7306-A56E-E04A-AE8E-956ECDC96B02}"/>
              </a:ext>
            </a:extLst>
          </p:cNvPr>
          <p:cNvSpPr/>
          <p:nvPr/>
        </p:nvSpPr>
        <p:spPr>
          <a:xfrm>
            <a:off x="435634" y="208225"/>
            <a:ext cx="8284867" cy="33828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E157C3B-8AD3-147A-F83A-5CF1C5A4FA03}"/>
              </a:ext>
            </a:extLst>
          </p:cNvPr>
          <p:cNvSpPr/>
          <p:nvPr/>
        </p:nvSpPr>
        <p:spPr>
          <a:xfrm>
            <a:off x="8104894" y="5182913"/>
            <a:ext cx="1283287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F58F19A0-2955-60DE-5C3A-24037D2C0D58}"/>
              </a:ext>
            </a:extLst>
          </p:cNvPr>
          <p:cNvSpPr/>
          <p:nvPr/>
        </p:nvSpPr>
        <p:spPr>
          <a:xfrm>
            <a:off x="0" y="953784"/>
            <a:ext cx="1268098" cy="581822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4296E0-1009-C25D-C771-B00C3CF518FA}"/>
                  </a:ext>
                </a:extLst>
              </p:cNvPr>
              <p:cNvSpPr txBox="1"/>
              <p:nvPr/>
            </p:nvSpPr>
            <p:spPr>
              <a:xfrm>
                <a:off x="9054246" y="1124777"/>
                <a:ext cx="3272525" cy="888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fr-CH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4296E0-1009-C25D-C771-B00C3CF51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46" y="1124777"/>
                <a:ext cx="3272525" cy="888064"/>
              </a:xfrm>
              <a:prstGeom prst="rect">
                <a:avLst/>
              </a:prstGeom>
              <a:blipFill>
                <a:blip r:embed="rId3"/>
                <a:stretch>
                  <a:fillRect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A20006-F0BC-1321-4FE2-6D6028354D2D}"/>
                  </a:ext>
                </a:extLst>
              </p:cNvPr>
              <p:cNvSpPr txBox="1"/>
              <p:nvPr/>
            </p:nvSpPr>
            <p:spPr>
              <a:xfrm>
                <a:off x="316546" y="575886"/>
                <a:ext cx="3261006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A20006-F0BC-1321-4FE2-6D6028354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46" y="575886"/>
                <a:ext cx="3261006" cy="4901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BCA858-D5F9-3F25-CCB1-77C7AF51583B}"/>
                  </a:ext>
                </a:extLst>
              </p:cNvPr>
              <p:cNvSpPr txBox="1"/>
              <p:nvPr/>
            </p:nvSpPr>
            <p:spPr>
              <a:xfrm>
                <a:off x="2745088" y="280633"/>
                <a:ext cx="3665959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400" b="1" dirty="0"/>
                  <a:t>Epilimnion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𝒆𝒑𝒊</m:t>
                        </m:r>
                      </m:sub>
                    </m:sSub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BCA858-D5F9-3F25-CCB1-77C7AF515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88" y="280633"/>
                <a:ext cx="3665959" cy="494751"/>
              </a:xfrm>
              <a:prstGeom prst="rect">
                <a:avLst/>
              </a:prstGeom>
              <a:blipFill>
                <a:blip r:embed="rId5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AFB73E-E3E7-E2E7-34BD-1242A993AF91}"/>
                  </a:ext>
                </a:extLst>
              </p:cNvPr>
              <p:cNvSpPr txBox="1"/>
              <p:nvPr/>
            </p:nvSpPr>
            <p:spPr>
              <a:xfrm>
                <a:off x="2434142" y="5393851"/>
                <a:ext cx="4287851" cy="495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400" b="1" dirty="0"/>
                  <a:t>Hypolimnion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𝒉𝒚𝒑𝒐</m:t>
                        </m:r>
                      </m:sub>
                    </m:sSub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AFB73E-E3E7-E2E7-34BD-1242A993A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142" y="5393851"/>
                <a:ext cx="4287851" cy="495520"/>
              </a:xfrm>
              <a:prstGeom prst="rect">
                <a:avLst/>
              </a:prstGeom>
              <a:blipFill>
                <a:blip r:embed="rId6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 25">
            <a:extLst>
              <a:ext uri="{FF2B5EF4-FFF2-40B4-BE49-F238E27FC236}">
                <a16:creationId xmlns:a16="http://schemas.microsoft.com/office/drawing/2014/main" id="{1BBED12E-ED97-56EC-C730-2CBE7BD4B28C}"/>
              </a:ext>
            </a:extLst>
          </p:cNvPr>
          <p:cNvSpPr/>
          <p:nvPr/>
        </p:nvSpPr>
        <p:spPr>
          <a:xfrm>
            <a:off x="8015271" y="1353497"/>
            <a:ext cx="1341844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CAB2F3-8D32-897D-62EE-1C5F1EC208FE}"/>
                  </a:ext>
                </a:extLst>
              </p:cNvPr>
              <p:cNvSpPr txBox="1"/>
              <p:nvPr/>
            </p:nvSpPr>
            <p:spPr>
              <a:xfrm>
                <a:off x="8321951" y="4798010"/>
                <a:ext cx="4307799" cy="915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fr-CH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r>
                        <a:rPr lang="fr-CH" sz="24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CAB2F3-8D32-897D-62EE-1C5F1EC20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51" y="4798010"/>
                <a:ext cx="4307799" cy="915764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Left 29">
            <a:extLst>
              <a:ext uri="{FF2B5EF4-FFF2-40B4-BE49-F238E27FC236}">
                <a16:creationId xmlns:a16="http://schemas.microsoft.com/office/drawing/2014/main" id="{B1D5945A-3C95-0A5C-C7B7-BE4551652C77}"/>
              </a:ext>
            </a:extLst>
          </p:cNvPr>
          <p:cNvSpPr/>
          <p:nvPr/>
        </p:nvSpPr>
        <p:spPr>
          <a:xfrm rot="5400000">
            <a:off x="1088118" y="3463721"/>
            <a:ext cx="1283287" cy="581822"/>
          </a:xfrm>
          <a:prstGeom prst="lef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CE0356-183B-D86F-AFB0-030273B0FBB8}"/>
                  </a:ext>
                </a:extLst>
              </p:cNvPr>
              <p:cNvSpPr txBox="1"/>
              <p:nvPr/>
            </p:nvSpPr>
            <p:spPr>
              <a:xfrm>
                <a:off x="316546" y="4392811"/>
                <a:ext cx="4307799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𝑑𝑖𝑓𝑓</m:t>
                              </m:r>
                            </m:sub>
                          </m:sSub>
                          <m:d>
                            <m:dPr>
                              <m:ctrlP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CE0356-183B-D86F-AFB0-030273B0F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46" y="4392811"/>
                <a:ext cx="4307799" cy="491288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C3940A4-D933-D6FF-8EB9-DA8BFEE12831}"/>
                  </a:ext>
                </a:extLst>
              </p:cNvPr>
              <p:cNvSpPr txBox="1"/>
              <p:nvPr/>
            </p:nvSpPr>
            <p:spPr>
              <a:xfrm>
                <a:off x="3708162" y="4393035"/>
                <a:ext cx="6269175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C3940A4-D933-D6FF-8EB9-DA8BFEE12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162" y="4393035"/>
                <a:ext cx="6269175" cy="49084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Left 37">
            <a:extLst>
              <a:ext uri="{FF2B5EF4-FFF2-40B4-BE49-F238E27FC236}">
                <a16:creationId xmlns:a16="http://schemas.microsoft.com/office/drawing/2014/main" id="{80CC70EA-6B10-A142-98A9-F65AF51CBE98}"/>
              </a:ext>
            </a:extLst>
          </p:cNvPr>
          <p:cNvSpPr/>
          <p:nvPr/>
        </p:nvSpPr>
        <p:spPr>
          <a:xfrm rot="5400000">
            <a:off x="3645512" y="3463721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B5CB3F5B-59CB-1C00-1D50-4DB53FE7AA6C}"/>
              </a:ext>
            </a:extLst>
          </p:cNvPr>
          <p:cNvSpPr/>
          <p:nvPr/>
        </p:nvSpPr>
        <p:spPr>
          <a:xfrm rot="16200000">
            <a:off x="6558742" y="3463721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214019-2AA2-7A0C-C791-079A6380053F}"/>
              </a:ext>
            </a:extLst>
          </p:cNvPr>
          <p:cNvCxnSpPr>
            <a:cxnSpLocks/>
          </p:cNvCxnSpPr>
          <p:nvPr/>
        </p:nvCxnSpPr>
        <p:spPr>
          <a:xfrm>
            <a:off x="7795950" y="208225"/>
            <a:ext cx="0" cy="340272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C3FD58-40D9-8A9F-7934-AA17ACC4FDFD}"/>
                  </a:ext>
                </a:extLst>
              </p:cNvPr>
              <p:cNvSpPr txBox="1"/>
              <p:nvPr/>
            </p:nvSpPr>
            <p:spPr>
              <a:xfrm rot="16200000">
                <a:off x="5827109" y="1659135"/>
                <a:ext cx="3272527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C3FD58-40D9-8A9F-7934-AA17ACC4F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7109" y="1659135"/>
                <a:ext cx="3272527" cy="490199"/>
              </a:xfrm>
              <a:prstGeom prst="rect">
                <a:avLst/>
              </a:prstGeom>
              <a:blipFill>
                <a:blip r:embed="rId10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618B63-DF31-4F30-FDFD-1D879E91495D}"/>
                  </a:ext>
                </a:extLst>
              </p:cNvPr>
              <p:cNvSpPr txBox="1"/>
              <p:nvPr/>
            </p:nvSpPr>
            <p:spPr>
              <a:xfrm>
                <a:off x="548612" y="1273598"/>
                <a:ext cx="6269175" cy="1757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ℎ𝑦𝑝𝑜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𝑒𝑝𝑖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618B63-DF31-4F30-FDFD-1D879E914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2" y="1273598"/>
                <a:ext cx="6269175" cy="17571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5020-0D18-B64F-74B5-618AA27B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5F28E61-3FDB-B6B3-E692-ED37B4E47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4185" y="119159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731E9-8E13-DA1F-B998-D2B70D884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15" y="1049352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73BAD-E9E8-B86B-68C4-D3E9FBFC8286}"/>
              </a:ext>
            </a:extLst>
          </p:cNvPr>
          <p:cNvSpPr/>
          <p:nvPr/>
        </p:nvSpPr>
        <p:spPr>
          <a:xfrm>
            <a:off x="435634" y="3540722"/>
            <a:ext cx="8284867" cy="25201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EEAA7-523C-D32F-5CEE-4A5C573F7B7F}"/>
              </a:ext>
            </a:extLst>
          </p:cNvPr>
          <p:cNvSpPr/>
          <p:nvPr/>
        </p:nvSpPr>
        <p:spPr>
          <a:xfrm>
            <a:off x="435634" y="208225"/>
            <a:ext cx="8284867" cy="33828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DAF2F6F-0958-BBA7-C187-B1D5F6BC5F4B}"/>
              </a:ext>
            </a:extLst>
          </p:cNvPr>
          <p:cNvSpPr/>
          <p:nvPr/>
        </p:nvSpPr>
        <p:spPr>
          <a:xfrm>
            <a:off x="8104894" y="5182913"/>
            <a:ext cx="1283287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B551CE49-2FEC-3F5C-6B8F-D24ED8FDF3E1}"/>
              </a:ext>
            </a:extLst>
          </p:cNvPr>
          <p:cNvSpPr/>
          <p:nvPr/>
        </p:nvSpPr>
        <p:spPr>
          <a:xfrm>
            <a:off x="19052" y="953784"/>
            <a:ext cx="1268098" cy="581822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A1FD79-DDAE-A062-AD9E-1014CAB0C2D2}"/>
                  </a:ext>
                </a:extLst>
              </p:cNvPr>
              <p:cNvSpPr txBox="1"/>
              <p:nvPr/>
            </p:nvSpPr>
            <p:spPr>
              <a:xfrm>
                <a:off x="9054246" y="1124777"/>
                <a:ext cx="3272525" cy="888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fr-CH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A1FD79-DDAE-A062-AD9E-1014CAB0C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46" y="1124777"/>
                <a:ext cx="3272525" cy="888064"/>
              </a:xfrm>
              <a:prstGeom prst="rect">
                <a:avLst/>
              </a:prstGeom>
              <a:blipFill>
                <a:blip r:embed="rId3"/>
                <a:stretch>
                  <a:fillRect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F54D80-17BA-665E-117D-8F45AE5850D8}"/>
                  </a:ext>
                </a:extLst>
              </p:cNvPr>
              <p:cNvSpPr txBox="1"/>
              <p:nvPr/>
            </p:nvSpPr>
            <p:spPr>
              <a:xfrm>
                <a:off x="316546" y="575886"/>
                <a:ext cx="3366654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F54D80-17BA-665E-117D-8F45AE585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46" y="575886"/>
                <a:ext cx="3366654" cy="4901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82A3AF-9B88-54D6-BD16-59EDD5E15F99}"/>
                  </a:ext>
                </a:extLst>
              </p:cNvPr>
              <p:cNvSpPr txBox="1"/>
              <p:nvPr/>
            </p:nvSpPr>
            <p:spPr>
              <a:xfrm>
                <a:off x="2745088" y="280633"/>
                <a:ext cx="3665959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400" b="1" dirty="0"/>
                  <a:t>Epilimnion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𝒆𝒑𝒊</m:t>
                        </m:r>
                      </m:sub>
                    </m:sSub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82A3AF-9B88-54D6-BD16-59EDD5E1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88" y="280633"/>
                <a:ext cx="3665959" cy="494751"/>
              </a:xfrm>
              <a:prstGeom prst="rect">
                <a:avLst/>
              </a:prstGeom>
              <a:blipFill>
                <a:blip r:embed="rId5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611A7D-250F-BD09-B86B-67A2097931B0}"/>
                  </a:ext>
                </a:extLst>
              </p:cNvPr>
              <p:cNvSpPr txBox="1"/>
              <p:nvPr/>
            </p:nvSpPr>
            <p:spPr>
              <a:xfrm>
                <a:off x="2434142" y="5393851"/>
                <a:ext cx="4287851" cy="495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400" b="1" dirty="0"/>
                  <a:t>Hypolimnion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400" b="1" i="1" smtClean="0">
                            <a:latin typeface="Cambria Math" panose="02040503050406030204" pitchFamily="18" charset="0"/>
                          </a:rPr>
                          <m:t>𝒉𝒚𝒑𝒐</m:t>
                        </m:r>
                      </m:sub>
                    </m:sSub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611A7D-250F-BD09-B86B-67A209793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142" y="5393851"/>
                <a:ext cx="4287851" cy="495520"/>
              </a:xfrm>
              <a:prstGeom prst="rect">
                <a:avLst/>
              </a:prstGeom>
              <a:blipFill>
                <a:blip r:embed="rId6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04AFBF-EE65-0516-A206-72E28D6587BA}"/>
              </a:ext>
            </a:extLst>
          </p:cNvPr>
          <p:cNvCxnSpPr>
            <a:cxnSpLocks/>
          </p:cNvCxnSpPr>
          <p:nvPr/>
        </p:nvCxnSpPr>
        <p:spPr>
          <a:xfrm>
            <a:off x="7795950" y="208225"/>
            <a:ext cx="0" cy="340272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CF577EA-AB38-374D-2A3A-0CC9CCE90789}"/>
                  </a:ext>
                </a:extLst>
              </p:cNvPr>
              <p:cNvSpPr txBox="1"/>
              <p:nvPr/>
            </p:nvSpPr>
            <p:spPr>
              <a:xfrm rot="16200000">
                <a:off x="5827109" y="1659135"/>
                <a:ext cx="3272527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CF577EA-AB38-374D-2A3A-0CC9CCE90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7109" y="1659135"/>
                <a:ext cx="3272527" cy="490199"/>
              </a:xfrm>
              <a:prstGeom prst="rect">
                <a:avLst/>
              </a:prstGeom>
              <a:blipFill>
                <a:blip r:embed="rId7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 25">
            <a:extLst>
              <a:ext uri="{FF2B5EF4-FFF2-40B4-BE49-F238E27FC236}">
                <a16:creationId xmlns:a16="http://schemas.microsoft.com/office/drawing/2014/main" id="{33E69808-3E0E-AC64-A8AE-F8F59AD439B8}"/>
              </a:ext>
            </a:extLst>
          </p:cNvPr>
          <p:cNvSpPr/>
          <p:nvPr/>
        </p:nvSpPr>
        <p:spPr>
          <a:xfrm>
            <a:off x="8015271" y="1353497"/>
            <a:ext cx="1341844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FB751E-25C4-1762-F822-721B1D44BB95}"/>
                  </a:ext>
                </a:extLst>
              </p:cNvPr>
              <p:cNvSpPr txBox="1"/>
              <p:nvPr/>
            </p:nvSpPr>
            <p:spPr>
              <a:xfrm>
                <a:off x="8321951" y="4798010"/>
                <a:ext cx="4307799" cy="915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fr-CH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r>
                        <a:rPr lang="fr-CH" sz="24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FB751E-25C4-1762-F822-721B1D44B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51" y="4798010"/>
                <a:ext cx="4307799" cy="915764"/>
              </a:xfrm>
              <a:prstGeom prst="rect">
                <a:avLst/>
              </a:prstGeom>
              <a:blipFill>
                <a:blip r:embed="rId8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Left 29">
            <a:extLst>
              <a:ext uri="{FF2B5EF4-FFF2-40B4-BE49-F238E27FC236}">
                <a16:creationId xmlns:a16="http://schemas.microsoft.com/office/drawing/2014/main" id="{8C45ED13-6F7F-AF31-B868-01F24F67C44A}"/>
              </a:ext>
            </a:extLst>
          </p:cNvPr>
          <p:cNvSpPr/>
          <p:nvPr/>
        </p:nvSpPr>
        <p:spPr>
          <a:xfrm rot="5400000">
            <a:off x="1088118" y="3463721"/>
            <a:ext cx="1283287" cy="581822"/>
          </a:xfrm>
          <a:prstGeom prst="lef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8E192B0-33BE-6A75-DB22-69392121A4F8}"/>
                  </a:ext>
                </a:extLst>
              </p:cNvPr>
              <p:cNvSpPr txBox="1"/>
              <p:nvPr/>
            </p:nvSpPr>
            <p:spPr>
              <a:xfrm>
                <a:off x="316546" y="4392811"/>
                <a:ext cx="4307799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𝑑𝑖𝑓𝑓</m:t>
                              </m:r>
                            </m:sub>
                          </m:sSub>
                          <m:d>
                            <m:dPr>
                              <m:ctrlP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8E192B0-33BE-6A75-DB22-69392121A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46" y="4392811"/>
                <a:ext cx="4307799" cy="491288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FDC1F1-37FB-50F0-377E-B173D856DD42}"/>
                  </a:ext>
                </a:extLst>
              </p:cNvPr>
              <p:cNvSpPr txBox="1"/>
              <p:nvPr/>
            </p:nvSpPr>
            <p:spPr>
              <a:xfrm>
                <a:off x="548612" y="1273598"/>
                <a:ext cx="6269175" cy="1757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ℎ𝑦𝑝𝑜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𝑒𝑝𝑖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fr-CH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fr-CH" sz="24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FDC1F1-37FB-50F0-377E-B173D856D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2" y="1273598"/>
                <a:ext cx="6269175" cy="1757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382096-3049-5894-0C59-1F2B7CE7816F}"/>
                  </a:ext>
                </a:extLst>
              </p:cNvPr>
              <p:cNvSpPr txBox="1"/>
              <p:nvPr/>
            </p:nvSpPr>
            <p:spPr>
              <a:xfrm>
                <a:off x="3708162" y="4393035"/>
                <a:ext cx="6269175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ℎ𝑦𝑝𝑜</m:t>
                          </m:r>
                        </m:sub>
                      </m:sSub>
                      <m:d>
                        <m:dPr>
                          <m:ctrlP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382096-3049-5894-0C59-1F2B7CE78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162" y="4393035"/>
                <a:ext cx="6269175" cy="490840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Left 37">
            <a:extLst>
              <a:ext uri="{FF2B5EF4-FFF2-40B4-BE49-F238E27FC236}">
                <a16:creationId xmlns:a16="http://schemas.microsoft.com/office/drawing/2014/main" id="{A7AF334D-7499-C7BA-D844-34A60B446F3C}"/>
              </a:ext>
            </a:extLst>
          </p:cNvPr>
          <p:cNvSpPr/>
          <p:nvPr/>
        </p:nvSpPr>
        <p:spPr>
          <a:xfrm rot="5400000">
            <a:off x="3645512" y="3463721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06640D30-67DC-3DCD-CB49-D01CAB22AE66}"/>
              </a:ext>
            </a:extLst>
          </p:cNvPr>
          <p:cNvSpPr/>
          <p:nvPr/>
        </p:nvSpPr>
        <p:spPr>
          <a:xfrm rot="16200000">
            <a:off x="6558742" y="3463721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17482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1_Office Theme</vt:lpstr>
      <vt:lpstr>2_Office Theme</vt:lpstr>
      <vt:lpstr>PowerPoint Presentation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 #1</dc:title>
  <dc:creator>Doda, Tomy</dc:creator>
  <cp:lastModifiedBy>Tomy Doda</cp:lastModifiedBy>
  <cp:revision>929</cp:revision>
  <dcterms:created xsi:type="dcterms:W3CDTF">2018-03-02T15:44:07Z</dcterms:created>
  <dcterms:modified xsi:type="dcterms:W3CDTF">2026-08-10T15:32:32Z</dcterms:modified>
</cp:coreProperties>
</file>