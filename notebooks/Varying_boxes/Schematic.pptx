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720" r:id="rId2"/>
  </p:sldMasterIdLst>
  <p:notesMasterIdLst>
    <p:notesMasterId r:id="rId4"/>
  </p:notesMasterIdLst>
  <p:sldIdLst>
    <p:sldId id="421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da, Tomy" initials="DT" lastIdx="1" clrIdx="0">
    <p:extLst>
      <p:ext uri="{19B8F6BF-5375-455C-9EA6-DF929625EA0E}">
        <p15:presenceInfo xmlns:p15="http://schemas.microsoft.com/office/powerpoint/2012/main" userId="S-1-5-21-5706737-865354117-630672053-3232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00"/>
    <a:srgbClr val="384F89"/>
    <a:srgbClr val="1C8E89"/>
    <a:srgbClr val="73D178"/>
    <a:srgbClr val="FDE518"/>
    <a:srgbClr val="63CB67"/>
    <a:srgbClr val="FFFFFF"/>
    <a:srgbClr val="1E8F8A"/>
    <a:srgbClr val="410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FD2602-ACE2-404E-B12E-A4182221B4C9}" v="315" dt="2026-08-06T09:25:08.9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34" autoAdjust="0"/>
    <p:restoredTop sz="86925" autoAdjust="0"/>
  </p:normalViewPr>
  <p:slideViewPr>
    <p:cSldViewPr snapToGrid="0">
      <p:cViewPr varScale="1">
        <p:scale>
          <a:sx n="90" d="100"/>
          <a:sy n="90" d="100"/>
        </p:scale>
        <p:origin x="1170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commentAuthors" Target="commentAuthors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y Doda" userId="023a5e24-f089-4e82-9406-b78528d4275d" providerId="ADAL" clId="{46B57ECA-90EE-4DEE-B7FC-CF6B2BB407ED}"/>
    <pc:docChg chg="modSld">
      <pc:chgData name="Tomy Doda" userId="023a5e24-f089-4e82-9406-b78528d4275d" providerId="ADAL" clId="{46B57ECA-90EE-4DEE-B7FC-CF6B2BB407ED}" dt="2026-08-06T09:25:08.951" v="314" actId="165"/>
      <pc:docMkLst>
        <pc:docMk/>
      </pc:docMkLst>
      <pc:sldChg chg="delSp modSp">
        <pc:chgData name="Tomy Doda" userId="023a5e24-f089-4e82-9406-b78528d4275d" providerId="ADAL" clId="{46B57ECA-90EE-4DEE-B7FC-CF6B2BB407ED}" dt="2026-08-06T09:25:08.951" v="314" actId="165"/>
        <pc:sldMkLst>
          <pc:docMk/>
          <pc:sldMk cId="983911713" sldId="421"/>
        </pc:sldMkLst>
        <pc:spChg chg="mod topLvl">
          <ac:chgData name="Tomy Doda" userId="023a5e24-f089-4e82-9406-b78528d4275d" providerId="ADAL" clId="{46B57ECA-90EE-4DEE-B7FC-CF6B2BB407ED}" dt="2026-08-06T09:25:08.951" v="314" actId="165"/>
          <ac:spMkLst>
            <pc:docMk/>
            <pc:sldMk cId="983911713" sldId="421"/>
            <ac:spMk id="2" creationId="{0550D0B0-BCBC-4A7A-9391-F7C90B98F489}"/>
          </ac:spMkLst>
        </pc:spChg>
        <pc:spChg chg="mod">
          <ac:chgData name="Tomy Doda" userId="023a5e24-f089-4e82-9406-b78528d4275d" providerId="ADAL" clId="{46B57ECA-90EE-4DEE-B7FC-CF6B2BB407ED}" dt="2026-08-06T09:23:58.527" v="311" actId="255"/>
          <ac:spMkLst>
            <pc:docMk/>
            <pc:sldMk cId="983911713" sldId="421"/>
            <ac:spMk id="3" creationId="{0ED6FEE7-9E05-7B8F-AF72-6F5F60558CF4}"/>
          </ac:spMkLst>
        </pc:spChg>
        <pc:spChg chg="mod topLvl">
          <ac:chgData name="Tomy Doda" userId="023a5e24-f089-4e82-9406-b78528d4275d" providerId="ADAL" clId="{46B57ECA-90EE-4DEE-B7FC-CF6B2BB407ED}" dt="2026-08-06T09:25:08.951" v="314" actId="165"/>
          <ac:spMkLst>
            <pc:docMk/>
            <pc:sldMk cId="983911713" sldId="421"/>
            <ac:spMk id="4" creationId="{F86F7306-A56E-E04A-AE8E-956ECDC96B02}"/>
          </ac:spMkLst>
        </pc:spChg>
        <pc:spChg chg="mod topLvl">
          <ac:chgData name="Tomy Doda" userId="023a5e24-f089-4e82-9406-b78528d4275d" providerId="ADAL" clId="{46B57ECA-90EE-4DEE-B7FC-CF6B2BB407ED}" dt="2026-08-06T09:25:08.951" v="314" actId="165"/>
          <ac:spMkLst>
            <pc:docMk/>
            <pc:sldMk cId="983911713" sldId="421"/>
            <ac:spMk id="6" creationId="{0E157C3B-8AD3-147A-F83A-5CF1C5A4FA03}"/>
          </ac:spMkLst>
        </pc:spChg>
        <pc:spChg chg="mod">
          <ac:chgData name="Tomy Doda" userId="023a5e24-f089-4e82-9406-b78528d4275d" providerId="ADAL" clId="{46B57ECA-90EE-4DEE-B7FC-CF6B2BB407ED}" dt="2026-08-06T09:11:41.125" v="85" actId="1076"/>
          <ac:spMkLst>
            <pc:docMk/>
            <pc:sldMk cId="983911713" sldId="421"/>
            <ac:spMk id="9" creationId="{0CF3EAD8-08CE-C407-B8B6-D1850E1AF9CE}"/>
          </ac:spMkLst>
        </pc:spChg>
        <pc:spChg chg="mod topLvl">
          <ac:chgData name="Tomy Doda" userId="023a5e24-f089-4e82-9406-b78528d4275d" providerId="ADAL" clId="{46B57ECA-90EE-4DEE-B7FC-CF6B2BB407ED}" dt="2026-08-06T09:25:08.951" v="314" actId="165"/>
          <ac:spMkLst>
            <pc:docMk/>
            <pc:sldMk cId="983911713" sldId="421"/>
            <ac:spMk id="13" creationId="{F58F19A0-2955-60DE-5C3A-24037D2C0D58}"/>
          </ac:spMkLst>
        </pc:spChg>
        <pc:spChg chg="mod">
          <ac:chgData name="Tomy Doda" userId="023a5e24-f089-4e82-9406-b78528d4275d" providerId="ADAL" clId="{46B57ECA-90EE-4DEE-B7FC-CF6B2BB407ED}" dt="2026-08-06T09:23:58.527" v="311" actId="255"/>
          <ac:spMkLst>
            <pc:docMk/>
            <pc:sldMk cId="983911713" sldId="421"/>
            <ac:spMk id="16" creationId="{AD4296E0-1009-C25D-C771-B00C3CF518FA}"/>
          </ac:spMkLst>
        </pc:spChg>
        <pc:spChg chg="mod">
          <ac:chgData name="Tomy Doda" userId="023a5e24-f089-4e82-9406-b78528d4275d" providerId="ADAL" clId="{46B57ECA-90EE-4DEE-B7FC-CF6B2BB407ED}" dt="2026-08-06T09:23:58.527" v="311" actId="255"/>
          <ac:spMkLst>
            <pc:docMk/>
            <pc:sldMk cId="983911713" sldId="421"/>
            <ac:spMk id="17" creationId="{52A20006-F0BC-1321-4FE2-6D6028354D2D}"/>
          </ac:spMkLst>
        </pc:spChg>
        <pc:spChg chg="mod">
          <ac:chgData name="Tomy Doda" userId="023a5e24-f089-4e82-9406-b78528d4275d" providerId="ADAL" clId="{46B57ECA-90EE-4DEE-B7FC-CF6B2BB407ED}" dt="2026-08-06T07:57:18.731" v="26" actId="20577"/>
          <ac:spMkLst>
            <pc:docMk/>
            <pc:sldMk cId="983911713" sldId="421"/>
            <ac:spMk id="18" creationId="{E27ECA34-1AD6-94DE-9B52-60F43B85C510}"/>
          </ac:spMkLst>
        </pc:spChg>
        <pc:spChg chg="mod">
          <ac:chgData name="Tomy Doda" userId="023a5e24-f089-4e82-9406-b78528d4275d" providerId="ADAL" clId="{46B57ECA-90EE-4DEE-B7FC-CF6B2BB407ED}" dt="2026-08-06T09:24:04.050" v="312" actId="113"/>
          <ac:spMkLst>
            <pc:docMk/>
            <pc:sldMk cId="983911713" sldId="421"/>
            <ac:spMk id="19" creationId="{94BCA858-D5F9-3F25-CCB1-77C7AF51583B}"/>
          </ac:spMkLst>
        </pc:spChg>
        <pc:spChg chg="mod">
          <ac:chgData name="Tomy Doda" userId="023a5e24-f089-4e82-9406-b78528d4275d" providerId="ADAL" clId="{46B57ECA-90EE-4DEE-B7FC-CF6B2BB407ED}" dt="2026-08-06T09:24:06.316" v="313" actId="113"/>
          <ac:spMkLst>
            <pc:docMk/>
            <pc:sldMk cId="983911713" sldId="421"/>
            <ac:spMk id="20" creationId="{36AFB73E-E3E7-E2E7-34BD-1242A993AF91}"/>
          </ac:spMkLst>
        </pc:spChg>
        <pc:spChg chg="mod">
          <ac:chgData name="Tomy Doda" userId="023a5e24-f089-4e82-9406-b78528d4275d" providerId="ADAL" clId="{46B57ECA-90EE-4DEE-B7FC-CF6B2BB407ED}" dt="2026-08-06T09:11:41.125" v="85" actId="1076"/>
          <ac:spMkLst>
            <pc:docMk/>
            <pc:sldMk cId="983911713" sldId="421"/>
            <ac:spMk id="22" creationId="{64133125-805E-853D-8D7D-9C1E4DF9E30E}"/>
          </ac:spMkLst>
        </pc:spChg>
        <pc:spChg chg="mod">
          <ac:chgData name="Tomy Doda" userId="023a5e24-f089-4e82-9406-b78528d4275d" providerId="ADAL" clId="{46B57ECA-90EE-4DEE-B7FC-CF6B2BB407ED}" dt="2026-08-06T09:23:58.527" v="311" actId="255"/>
          <ac:spMkLst>
            <pc:docMk/>
            <pc:sldMk cId="983911713" sldId="421"/>
            <ac:spMk id="26" creationId="{1BBED12E-ED97-56EC-C730-2CBE7BD4B28C}"/>
          </ac:spMkLst>
        </pc:spChg>
        <pc:spChg chg="mod">
          <ac:chgData name="Tomy Doda" userId="023a5e24-f089-4e82-9406-b78528d4275d" providerId="ADAL" clId="{46B57ECA-90EE-4DEE-B7FC-CF6B2BB407ED}" dt="2026-08-06T09:23:58.527" v="311" actId="255"/>
          <ac:spMkLst>
            <pc:docMk/>
            <pc:sldMk cId="983911713" sldId="421"/>
            <ac:spMk id="28" creationId="{10CAB2F3-8D32-897D-62EE-1C5F1EC208FE}"/>
          </ac:spMkLst>
        </pc:spChg>
        <pc:spChg chg="mod">
          <ac:chgData name="Tomy Doda" userId="023a5e24-f089-4e82-9406-b78528d4275d" providerId="ADAL" clId="{46B57ECA-90EE-4DEE-B7FC-CF6B2BB407ED}" dt="2026-08-06T09:23:53.325" v="310" actId="255"/>
          <ac:spMkLst>
            <pc:docMk/>
            <pc:sldMk cId="983911713" sldId="421"/>
            <ac:spMk id="32" creationId="{64CE0356-183B-D86F-AFB0-030273B0FBB8}"/>
          </ac:spMkLst>
        </pc:spChg>
        <pc:spChg chg="mod">
          <ac:chgData name="Tomy Doda" userId="023a5e24-f089-4e82-9406-b78528d4275d" providerId="ADAL" clId="{46B57ECA-90EE-4DEE-B7FC-CF6B2BB407ED}" dt="2026-08-06T09:23:58.527" v="311" actId="255"/>
          <ac:spMkLst>
            <pc:docMk/>
            <pc:sldMk cId="983911713" sldId="421"/>
            <ac:spMk id="34" creationId="{41733A3A-7594-7495-B38A-4AC7179145E4}"/>
          </ac:spMkLst>
        </pc:spChg>
        <pc:spChg chg="mod">
          <ac:chgData name="Tomy Doda" userId="023a5e24-f089-4e82-9406-b78528d4275d" providerId="ADAL" clId="{46B57ECA-90EE-4DEE-B7FC-CF6B2BB407ED}" dt="2026-08-06T09:23:58.527" v="311" actId="255"/>
          <ac:spMkLst>
            <pc:docMk/>
            <pc:sldMk cId="983911713" sldId="421"/>
            <ac:spMk id="36" creationId="{FC3940A4-D933-D6FF-8EB9-DA8BFEE12831}"/>
          </ac:spMkLst>
        </pc:spChg>
        <pc:spChg chg="mod">
          <ac:chgData name="Tomy Doda" userId="023a5e24-f089-4e82-9406-b78528d4275d" providerId="ADAL" clId="{46B57ECA-90EE-4DEE-B7FC-CF6B2BB407ED}" dt="2026-08-06T09:23:58.527" v="311" actId="255"/>
          <ac:spMkLst>
            <pc:docMk/>
            <pc:sldMk cId="983911713" sldId="421"/>
            <ac:spMk id="40" creationId="{B5CB3F5B-59CB-1C00-1D50-4DB53FE7AA6C}"/>
          </ac:spMkLst>
        </pc:spChg>
        <pc:grpChg chg="del">
          <ac:chgData name="Tomy Doda" userId="023a5e24-f089-4e82-9406-b78528d4275d" providerId="ADAL" clId="{46B57ECA-90EE-4DEE-B7FC-CF6B2BB407ED}" dt="2026-08-06T09:25:08.951" v="314" actId="165"/>
          <ac:grpSpMkLst>
            <pc:docMk/>
            <pc:sldMk cId="983911713" sldId="421"/>
            <ac:grpSpMk id="14" creationId="{DA13B47E-3EE9-682A-8148-69C4455D73BF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41A62-A1C5-4611-9AB2-09CF3AB05F02}" type="datetimeFigureOut">
              <a:rPr lang="de-DE" smtClean="0"/>
              <a:t>06.08.2026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7F65CB-D416-4D08-A970-3879DDF354C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760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CC556-E44C-564C-EA55-B4ED54CEB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B1061-6446-DE6C-65C2-08F2383D5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786BC-C75E-18AC-6D76-C271DE17E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D3E55-4F7D-534C-3E82-D65D2666D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F65CB-D416-4D08-A970-3879DDF354C1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0374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336" y="115888"/>
            <a:ext cx="9144000" cy="117120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5ECA247-FE2A-47EF-8DB9-999FBE78D1F7}" type="datetime1">
              <a:rPr lang="de-DE" smtClean="0"/>
              <a:t>06.08.2026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344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4609"/>
            <a:ext cx="10515600" cy="240235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 marL="1371566" indent="0">
              <a:buNone/>
              <a:defRPr sz="1600"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96819" y="6350905"/>
            <a:ext cx="2743200" cy="365125"/>
          </a:xfrm>
          <a:prstGeom prst="rect">
            <a:avLst/>
          </a:prstGeom>
        </p:spPr>
        <p:txBody>
          <a:bodyPr/>
          <a:lstStyle/>
          <a:p>
            <a:fld id="{C10E3B16-34CF-4AC7-98ED-B1422B31FFB6}" type="datetime1">
              <a:rPr lang="de-DE" smtClean="0"/>
              <a:t>06.08.2026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5558" y="6356352"/>
            <a:ext cx="5859095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16985" y="6368253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pPr/>
              <a:t>‹#›</a:t>
            </a:fld>
            <a:r>
              <a:rPr lang="de-DE" dirty="0"/>
              <a:t>/7</a:t>
            </a:r>
          </a:p>
        </p:txBody>
      </p:sp>
    </p:spTree>
    <p:extLst>
      <p:ext uri="{BB962C8B-B14F-4D97-AF65-F5344CB8AC3E}">
        <p14:creationId xmlns:p14="http://schemas.microsoft.com/office/powerpoint/2010/main" val="3887862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DD8A520-B1B0-4EF4-9A43-67432A834EC2}" type="datetime1">
              <a:rPr lang="de-DE" smtClean="0"/>
              <a:t>06.08.2026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789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AB35BDD-2E7A-4534-A0E5-E526C1F6A616}" type="datetime1">
              <a:rPr lang="de-DE" smtClean="0"/>
              <a:t>06.08.2026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6759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00DB9EB-2057-4AD9-A90C-C9132243CB3F}" type="datetime1">
              <a:rPr lang="de-DE" smtClean="0"/>
              <a:t>06.08.2026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5193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E14AEF0-EDF0-4BEB-9ED1-40A762B86015}" type="datetime1">
              <a:rPr lang="de-DE" smtClean="0"/>
              <a:t>06.08.2026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837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BB8B5A9-28CE-4FED-AA21-DBCD3DE06A78}" type="datetime1">
              <a:rPr lang="de-DE" smtClean="0"/>
              <a:t>06.08.2026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1675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11D34DF-07E7-4DD8-B3FB-908782C071D4}" type="datetime1">
              <a:rPr lang="de-DE" smtClean="0"/>
              <a:t>06.08.2026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8612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1CFE722-D1B0-4086-81BB-7FAE4E573927}" type="datetime1">
              <a:rPr lang="de-DE" smtClean="0"/>
              <a:t>06.08.2026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748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774609"/>
            <a:ext cx="10515600" cy="240235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1EA6552-2A29-438B-A2CC-4FF471838D25}" type="datetime1">
              <a:rPr lang="de-DE" smtClean="0"/>
              <a:t>06.08.2026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801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FFA005-B143-456C-B43F-4928703E1224}" type="datetime1">
              <a:rPr lang="de-DE" smtClean="0"/>
              <a:t>06.08.2026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4147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336" y="115888"/>
            <a:ext cx="9144000" cy="117120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D73CA2E-C4EA-4AB7-B564-38A486611F54}" type="datetime1">
              <a:rPr lang="de-DE" smtClean="0"/>
              <a:t>06.08.2026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3458613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fld id="{154F6250-AF17-4CA6-A9B5-0BD3DD533FD4}" type="slidenum">
              <a:rPr lang="de-DE" smtClean="0"/>
              <a:pPr/>
              <a:t>‹#›</a:t>
            </a:fld>
            <a:r>
              <a:rPr lang="de-DE" dirty="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695017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4609"/>
            <a:ext cx="10515600" cy="240235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 marL="1371566" indent="0">
              <a:buNone/>
              <a:defRPr sz="1600"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96819" y="6350905"/>
            <a:ext cx="2743200" cy="365125"/>
          </a:xfrm>
          <a:prstGeom prst="rect">
            <a:avLst/>
          </a:prstGeom>
        </p:spPr>
        <p:txBody>
          <a:bodyPr/>
          <a:lstStyle/>
          <a:p>
            <a:fld id="{7A934844-F214-4698-8F76-9CE72359EF87}" type="datetime1">
              <a:rPr lang="de-DE" smtClean="0"/>
              <a:t>06.08.2026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5558" y="6356352"/>
            <a:ext cx="5859095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16985" y="6368253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pPr/>
              <a:t>‹#›</a:t>
            </a:fld>
            <a:r>
              <a:rPr lang="de-DE" dirty="0"/>
              <a:t>/7</a:t>
            </a:r>
          </a:p>
        </p:txBody>
      </p:sp>
    </p:spTree>
    <p:extLst>
      <p:ext uri="{BB962C8B-B14F-4D97-AF65-F5344CB8AC3E}">
        <p14:creationId xmlns:p14="http://schemas.microsoft.com/office/powerpoint/2010/main" val="3148357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2B431FC-A9F2-4517-8F6E-C837182E6D38}" type="datetime1">
              <a:rPr lang="de-DE" smtClean="0"/>
              <a:t>06.08.2026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96647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47772584-EF26-4D9D-AF97-F592E4AD9E3C}" type="datetime1">
              <a:rPr lang="de-DE" smtClean="0"/>
              <a:t>06.08.2026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6528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9D0F93FE-C6FD-4201-A9D9-1B6F0940F469}" type="datetime1">
              <a:rPr lang="de-DE" smtClean="0"/>
              <a:t>06.08.2026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83016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1E140BE-9A30-428F-9875-53FA37102F3D}" type="datetime1">
              <a:rPr lang="de-DE" smtClean="0"/>
              <a:t>06.08.2026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88625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73ED589F-B4E2-4A4E-A226-7401BDE44768}" type="datetime1">
              <a:rPr lang="de-DE" smtClean="0"/>
              <a:t>06.08.2026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22279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028414A4-D98A-43BA-9863-A2EF121B96F9}" type="datetime1">
              <a:rPr lang="de-DE" smtClean="0"/>
              <a:t>06.08.2026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37490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058E760-9A20-4071-815D-645CCCCC2D83}" type="datetime1">
              <a:rPr lang="de-DE" smtClean="0"/>
              <a:t>06.08.2026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4401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774609"/>
            <a:ext cx="10515600" cy="240235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B3EF7F4-A883-4B18-9552-F3C3223DEF14}" type="datetime1">
              <a:rPr lang="de-DE" smtClean="0"/>
              <a:t>06.08.2026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73619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664108E-EA3B-4E54-AEAB-69A79F6B8899}" type="datetime1">
              <a:rPr lang="de-DE" smtClean="0"/>
              <a:t>06.08.2026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54F6250-AF17-4CA6-A9B5-0BD3DD533F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910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66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5053584" y="6064913"/>
            <a:ext cx="2084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800" dirty="0"/>
              <a:t>Tomy Doda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37972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360354" indent="-360354" algn="l" defTabSz="914377" rtl="0" eaLnBrk="1" latinLnBrk="0" hangingPunct="1">
        <a:lnSpc>
          <a:spcPct val="90000"/>
        </a:lnSpc>
        <a:spcBef>
          <a:spcPts val="1000"/>
        </a:spcBef>
        <a:buClr>
          <a:schemeClr val="accent5"/>
        </a:buClr>
        <a:buFont typeface="Courier New" panose="02070309020205020404" pitchFamily="49" charset="0"/>
        <a:buChar char="o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1074712" indent="-358766" algn="l" defTabSz="914377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435064" indent="-320667" algn="l" defTabSz="914377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66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4158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360354" indent="-360354" algn="l" defTabSz="914377" rtl="0" eaLnBrk="1" latinLnBrk="0" hangingPunct="1">
        <a:lnSpc>
          <a:spcPct val="90000"/>
        </a:lnSpc>
        <a:spcBef>
          <a:spcPts val="1000"/>
        </a:spcBef>
        <a:buClr>
          <a:schemeClr val="accent5"/>
        </a:buClr>
        <a:buFont typeface="Courier New" panose="02070309020205020404" pitchFamily="49" charset="0"/>
        <a:buChar char="o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1074712" indent="-358766" algn="l" defTabSz="914377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435064" indent="-320667" algn="l" defTabSz="914377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4B555-DED5-0CA4-0C27-4D2C780A2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0ED6FEE7-9E05-7B8F-AF72-6F5F60558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84185" y="1222374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2B149B-6B89-7E18-7C93-88C14B46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815" y="10524298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50D0B0-BCBC-4A7A-9391-F7C90B98F489}"/>
              </a:ext>
            </a:extLst>
          </p:cNvPr>
          <p:cNvSpPr/>
          <p:nvPr/>
        </p:nvSpPr>
        <p:spPr>
          <a:xfrm>
            <a:off x="1082417" y="3546271"/>
            <a:ext cx="8284867" cy="252012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6F7306-A56E-E04A-AE8E-956ECDC96B02}"/>
              </a:ext>
            </a:extLst>
          </p:cNvPr>
          <p:cNvSpPr/>
          <p:nvPr/>
        </p:nvSpPr>
        <p:spPr>
          <a:xfrm>
            <a:off x="1082417" y="213774"/>
            <a:ext cx="8284867" cy="33828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0E157C3B-8AD3-147A-F83A-5CF1C5A4FA03}"/>
              </a:ext>
            </a:extLst>
          </p:cNvPr>
          <p:cNvSpPr/>
          <p:nvPr/>
        </p:nvSpPr>
        <p:spPr>
          <a:xfrm>
            <a:off x="8751677" y="5188462"/>
            <a:ext cx="1283287" cy="581822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F58F19A0-2955-60DE-5C3A-24037D2C0D58}"/>
              </a:ext>
            </a:extLst>
          </p:cNvPr>
          <p:cNvSpPr/>
          <p:nvPr/>
        </p:nvSpPr>
        <p:spPr>
          <a:xfrm>
            <a:off x="130746" y="938551"/>
            <a:ext cx="1268098" cy="581822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4296E0-1009-C25D-C771-B00C3CF518FA}"/>
                  </a:ext>
                </a:extLst>
              </p:cNvPr>
              <p:cNvSpPr txBox="1"/>
              <p:nvPr/>
            </p:nvSpPr>
            <p:spPr>
              <a:xfrm>
                <a:off x="9355626" y="1053423"/>
                <a:ext cx="3272525" cy="755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𝑒𝑝𝑖</m:t>
                          </m:r>
                        </m:sub>
                      </m:sSub>
                      <m:d>
                        <m:dPr>
                          <m:ctrlPr>
                            <a:rPr lang="fr-CH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CH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H" sz="2000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fr-CH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CH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fr-CH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𝑒𝑝𝑖</m:t>
                          </m:r>
                        </m:sub>
                      </m:sSub>
                      <m:r>
                        <a:rPr lang="fr-CH" sz="2000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4296E0-1009-C25D-C771-B00C3CF51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5626" y="1053423"/>
                <a:ext cx="3272525" cy="755207"/>
              </a:xfrm>
              <a:prstGeom prst="rect">
                <a:avLst/>
              </a:prstGeom>
              <a:blipFill>
                <a:blip r:embed="rId3"/>
                <a:stretch>
                  <a:fillRect b="-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2A20006-F0BC-1321-4FE2-6D6028354D2D}"/>
                  </a:ext>
                </a:extLst>
              </p:cNvPr>
              <p:cNvSpPr txBox="1"/>
              <p:nvPr/>
            </p:nvSpPr>
            <p:spPr>
              <a:xfrm>
                <a:off x="-428812" y="467296"/>
                <a:ext cx="1970363" cy="423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fr-CH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fr-CH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𝑒𝑝𝑖</m:t>
                          </m:r>
                        </m:sub>
                      </m:sSub>
                      <m:r>
                        <a:rPr lang="fr-CH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CH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CH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2A20006-F0BC-1321-4FE2-6D6028354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8812" y="467296"/>
                <a:ext cx="1970363" cy="423770"/>
              </a:xfrm>
              <a:prstGeom prst="rect">
                <a:avLst/>
              </a:prstGeom>
              <a:blipFill>
                <a:blip r:embed="rId4"/>
                <a:stretch>
                  <a:fillRect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4BCA858-D5F9-3F25-CCB1-77C7AF51583B}"/>
                  </a:ext>
                </a:extLst>
              </p:cNvPr>
              <p:cNvSpPr txBox="1"/>
              <p:nvPr/>
            </p:nvSpPr>
            <p:spPr>
              <a:xfrm>
                <a:off x="3685634" y="286182"/>
                <a:ext cx="3665959" cy="423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CH" sz="2000" b="1" dirty="0"/>
                  <a:t>Epilimnion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H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sz="20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fr-CH" sz="2000" b="1" i="1" smtClean="0">
                            <a:latin typeface="Cambria Math" panose="02040503050406030204" pitchFamily="18" charset="0"/>
                          </a:rPr>
                          <m:t>𝒆𝒑𝒊</m:t>
                        </m:r>
                      </m:sub>
                    </m:sSub>
                    <m:r>
                      <a:rPr lang="fr-CH" sz="20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CH" sz="20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fr-CH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i="1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4BCA858-D5F9-3F25-CCB1-77C7AF515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5634" y="286182"/>
                <a:ext cx="3665959" cy="423770"/>
              </a:xfrm>
              <a:prstGeom prst="rect">
                <a:avLst/>
              </a:prstGeom>
              <a:blipFill>
                <a:blip r:embed="rId5"/>
                <a:stretch>
                  <a:fillRect t="-7246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6AFB73E-E3E7-E2E7-34BD-1242A993AF91}"/>
                  </a:ext>
                </a:extLst>
              </p:cNvPr>
              <p:cNvSpPr txBox="1"/>
              <p:nvPr/>
            </p:nvSpPr>
            <p:spPr>
              <a:xfrm>
                <a:off x="3268406" y="5595821"/>
                <a:ext cx="4287851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CH" sz="2000" b="1" dirty="0"/>
                  <a:t>Hypolimnion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H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sz="20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fr-CH" sz="2000" b="1" i="1" smtClean="0">
                            <a:latin typeface="Cambria Math" panose="02040503050406030204" pitchFamily="18" charset="0"/>
                          </a:rPr>
                          <m:t>𝒉𝒚𝒑𝒐</m:t>
                        </m:r>
                      </m:sub>
                    </m:sSub>
                    <m:r>
                      <a:rPr lang="fr-CH" sz="20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CH" sz="20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fr-CH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6AFB73E-E3E7-E2E7-34BD-1242A993A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406" y="5595821"/>
                <a:ext cx="4287851" cy="424283"/>
              </a:xfrm>
              <a:prstGeom prst="rect">
                <a:avLst/>
              </a:prstGeom>
              <a:blipFill>
                <a:blip r:embed="rId6"/>
                <a:stretch>
                  <a:fillRect t="-714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991C8C-9303-5B2A-E812-7BA9029404BE}"/>
              </a:ext>
            </a:extLst>
          </p:cNvPr>
          <p:cNvCxnSpPr>
            <a:cxnSpLocks/>
          </p:cNvCxnSpPr>
          <p:nvPr/>
        </p:nvCxnSpPr>
        <p:spPr>
          <a:xfrm>
            <a:off x="8515469" y="213774"/>
            <a:ext cx="0" cy="340272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133125-805E-853D-8D7D-9C1E4DF9E30E}"/>
                  </a:ext>
                </a:extLst>
              </p:cNvPr>
              <p:cNvSpPr txBox="1"/>
              <p:nvPr/>
            </p:nvSpPr>
            <p:spPr>
              <a:xfrm>
                <a:off x="7351593" y="380289"/>
                <a:ext cx="3272527" cy="423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𝑒𝑝𝑖</m:t>
                          </m:r>
                        </m:sub>
                      </m:sSub>
                      <m:r>
                        <a:rPr lang="fr-CH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CH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CH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133125-805E-853D-8D7D-9C1E4DF9E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1593" y="380289"/>
                <a:ext cx="3272527" cy="423770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row: Left 25">
            <a:extLst>
              <a:ext uri="{FF2B5EF4-FFF2-40B4-BE49-F238E27FC236}">
                <a16:creationId xmlns:a16="http://schemas.microsoft.com/office/drawing/2014/main" id="{1BBED12E-ED97-56EC-C730-2CBE7BD4B28C}"/>
              </a:ext>
            </a:extLst>
          </p:cNvPr>
          <p:cNvSpPr/>
          <p:nvPr/>
        </p:nvSpPr>
        <p:spPr>
          <a:xfrm>
            <a:off x="8662054" y="1359046"/>
            <a:ext cx="1341844" cy="581822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0CAB2F3-8D32-897D-62EE-1C5F1EC208FE}"/>
                  </a:ext>
                </a:extLst>
              </p:cNvPr>
              <p:cNvSpPr txBox="1"/>
              <p:nvPr/>
            </p:nvSpPr>
            <p:spPr>
              <a:xfrm>
                <a:off x="8627979" y="4610427"/>
                <a:ext cx="4307799" cy="778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h𝑦𝑝𝑜</m:t>
                          </m:r>
                        </m:sub>
                      </m:sSub>
                      <m:d>
                        <m:dPr>
                          <m:ctrlPr>
                            <a:rPr lang="fr-CH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CH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CH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fr-CH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fr-CH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fr-CH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CH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H" sz="2000" b="0" i="1" smtClean="0">
                              <a:latin typeface="Cambria Math" panose="02040503050406030204" pitchFamily="18" charset="0"/>
                            </a:rPr>
                            <m:t>h𝑦𝑝𝑜</m:t>
                          </m:r>
                        </m:sub>
                      </m:sSub>
                      <m:r>
                        <a:rPr lang="fr-CH" sz="2000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0CAB2F3-8D32-897D-62EE-1C5F1EC20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7979" y="4610427"/>
                <a:ext cx="4307799" cy="778355"/>
              </a:xfrm>
              <a:prstGeom prst="rect">
                <a:avLst/>
              </a:prstGeom>
              <a:blipFill>
                <a:blip r:embed="rId8"/>
                <a:stretch>
                  <a:fillRect b="-3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rrow: Left 29">
            <a:extLst>
              <a:ext uri="{FF2B5EF4-FFF2-40B4-BE49-F238E27FC236}">
                <a16:creationId xmlns:a16="http://schemas.microsoft.com/office/drawing/2014/main" id="{B1D5945A-3C95-0A5C-C7B7-BE4551652C77}"/>
              </a:ext>
            </a:extLst>
          </p:cNvPr>
          <p:cNvSpPr/>
          <p:nvPr/>
        </p:nvSpPr>
        <p:spPr>
          <a:xfrm rot="5400000">
            <a:off x="1734901" y="3170468"/>
            <a:ext cx="1283287" cy="581822"/>
          </a:xfrm>
          <a:prstGeom prst="lef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4CE0356-183B-D86F-AFB0-030273B0FBB8}"/>
                  </a:ext>
                </a:extLst>
              </p:cNvPr>
              <p:cNvSpPr txBox="1"/>
              <p:nvPr/>
            </p:nvSpPr>
            <p:spPr>
              <a:xfrm>
                <a:off x="708823" y="4194226"/>
                <a:ext cx="4307799" cy="424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2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CH" sz="20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CH" sz="20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fr-CH" sz="20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𝑑𝑖𝑓𝑓</m:t>
                              </m:r>
                            </m:sub>
                          </m:sSub>
                          <m:d>
                            <m:dPr>
                              <m:ctrlPr>
                                <a:rPr lang="fr-CH" sz="20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H" sz="20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fr-CH" sz="2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CH" sz="2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h𝑦𝑝𝑜</m:t>
                          </m:r>
                        </m:sub>
                      </m:sSub>
                      <m:d>
                        <m:dPr>
                          <m:ctrlPr>
                            <a:rPr lang="fr-CH" sz="2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fr-CH" sz="2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h𝑦𝑝𝑜</m:t>
                          </m:r>
                        </m:sub>
                      </m:sSub>
                      <m:r>
                        <a:rPr lang="fr-CH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CH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CH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4CE0356-183B-D86F-AFB0-030273B0F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23" y="4194226"/>
                <a:ext cx="4307799" cy="424732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1733A3A-7594-7495-B38A-4AC7179145E4}"/>
                  </a:ext>
                </a:extLst>
              </p:cNvPr>
              <p:cNvSpPr txBox="1"/>
              <p:nvPr/>
            </p:nvSpPr>
            <p:spPr>
              <a:xfrm>
                <a:off x="2610615" y="1366171"/>
                <a:ext cx="6269175" cy="1479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20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0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fr-CH" sz="20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𝑚𝑖𝑥</m:t>
                          </m:r>
                          <m:r>
                            <a:rPr lang="fr-CH" sz="2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H" sz="2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𝑒𝑝𝑖</m:t>
                          </m:r>
                        </m:sub>
                      </m:sSub>
                      <m:d>
                        <m:dPr>
                          <m:ctrlPr>
                            <a:rPr lang="fr-CH" sz="20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0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CH" sz="20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CH" sz="20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H" sz="20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fr-CH" sz="20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CH" sz="20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fr-CH" sz="20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𝑒𝑝𝑖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CH" sz="20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CH" sz="20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CH" sz="20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CH" sz="20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h𝑦𝑝𝑜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fr-CH" sz="20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CH" sz="20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fr-CH" sz="2000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fr-CH" sz="2000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f>
                                <m:fPr>
                                  <m:ctrlPr>
                                    <a:rPr lang="fr-CH" sz="20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H" sz="20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fr-CH" sz="20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CH" sz="20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fr-CH" sz="20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𝑒𝑝𝑖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CH" sz="20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fr-CH" sz="20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fr-CH" sz="20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H" sz="20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fr-CH" sz="2000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CH" sz="2000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fr-CH" sz="2000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𝑒𝑝𝑖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CH" sz="20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CH" sz="20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CH" sz="20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CH" sz="20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𝑒𝑝𝑖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fr-CH" sz="20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CH" sz="2000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fr-CH" sz="20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CH" sz="2000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fr-CH" sz="2000" b="0" i="0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f>
                                <m:fPr>
                                  <m:ctrlPr>
                                    <a:rPr lang="fr-CH" sz="20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CH" sz="20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fr-CH" sz="20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CH" sz="20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fr-CH" sz="2000" b="0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𝑒𝑝𝑖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CH" sz="2000" b="0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fr-CH" sz="20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1733A3A-7594-7495-B38A-4AC717914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615" y="1366171"/>
                <a:ext cx="6269175" cy="147976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C3940A4-D933-D6FF-8EB9-DA8BFEE12831}"/>
                  </a:ext>
                </a:extLst>
              </p:cNvPr>
              <p:cNvSpPr txBox="1"/>
              <p:nvPr/>
            </p:nvSpPr>
            <p:spPr>
              <a:xfrm>
                <a:off x="4532758" y="4609426"/>
                <a:ext cx="6269175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H" sz="20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0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fr-CH" sz="20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𝑚𝑖𝑥</m:t>
                          </m:r>
                          <m:r>
                            <a:rPr lang="fr-CH" sz="2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H" sz="2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h𝑦𝑝𝑜</m:t>
                          </m:r>
                        </m:sub>
                      </m:sSub>
                      <m:d>
                        <m:dPr>
                          <m:ctrlPr>
                            <a:rPr lang="fr-CH" sz="20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sz="20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CH" sz="20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H" sz="20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CH" sz="2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sz="2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fr-CH" sz="2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𝑚𝑖𝑥</m:t>
                          </m:r>
                          <m:r>
                            <a:rPr lang="fr-CH" sz="2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H" sz="2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𝑒𝑝𝑖</m:t>
                          </m:r>
                        </m:sub>
                      </m:sSub>
                      <m:r>
                        <a:rPr lang="fr-CH" sz="20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CH" sz="20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CH" sz="20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C3940A4-D933-D6FF-8EB9-DA8BFEE12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758" y="4609426"/>
                <a:ext cx="6269175" cy="424283"/>
              </a:xfrm>
              <a:prstGeom prst="rect">
                <a:avLst/>
              </a:prstGeom>
              <a:blipFill>
                <a:blip r:embed="rId11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row: Left 37">
            <a:extLst>
              <a:ext uri="{FF2B5EF4-FFF2-40B4-BE49-F238E27FC236}">
                <a16:creationId xmlns:a16="http://schemas.microsoft.com/office/drawing/2014/main" id="{80CC70EA-6B10-A142-98A9-F65AF51CBE98}"/>
              </a:ext>
            </a:extLst>
          </p:cNvPr>
          <p:cNvSpPr/>
          <p:nvPr/>
        </p:nvSpPr>
        <p:spPr>
          <a:xfrm rot="5400000">
            <a:off x="4292295" y="3294974"/>
            <a:ext cx="1283287" cy="581822"/>
          </a:xfrm>
          <a:prstGeom prst="leftArrow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0" name="Arrow: Left 39">
            <a:extLst>
              <a:ext uri="{FF2B5EF4-FFF2-40B4-BE49-F238E27FC236}">
                <a16:creationId xmlns:a16="http://schemas.microsoft.com/office/drawing/2014/main" id="{B5CB3F5B-59CB-1C00-1D50-4DB53FE7AA6C}"/>
              </a:ext>
            </a:extLst>
          </p:cNvPr>
          <p:cNvSpPr/>
          <p:nvPr/>
        </p:nvSpPr>
        <p:spPr>
          <a:xfrm rot="16200000">
            <a:off x="7205525" y="3469270"/>
            <a:ext cx="1283287" cy="581822"/>
          </a:xfrm>
          <a:prstGeom prst="leftArrow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98391171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Courier New</vt:lpstr>
      <vt:lpstr>Symbol</vt:lpstr>
      <vt:lpstr>Wingdings</vt:lpstr>
      <vt:lpstr>1_Office Theme</vt:lpstr>
      <vt:lpstr>2_Office Theme</vt:lpstr>
      <vt:lpstr>PowerPoint Presentation</vt:lpstr>
    </vt:vector>
  </TitlesOfParts>
  <Company>ETH Zuerich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meeting #1</dc:title>
  <dc:creator>Doda, Tomy</dc:creator>
  <cp:lastModifiedBy>Tomy Doda</cp:lastModifiedBy>
  <cp:revision>929</cp:revision>
  <dcterms:created xsi:type="dcterms:W3CDTF">2018-03-02T15:44:07Z</dcterms:created>
  <dcterms:modified xsi:type="dcterms:W3CDTF">2026-08-06T09:28:11Z</dcterms:modified>
</cp:coreProperties>
</file>